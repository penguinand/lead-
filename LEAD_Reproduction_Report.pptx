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8"/>
    <p:sldId id="273" r:id="rId7"/>
    <p:sldId id="274" r:id="rId6"/>
    <p:sldId id="275" r:id="rId5"/>
    <p:sldId id="27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sh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ableStyles" Target="tableStyles.xml"/><Relationship Id="rId29" Type="http://schemas.openxmlformats.org/officeDocument/2006/relationships/commentAuthors" Target="comment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7.xml"/><Relationship Id="rId13" Type="http://schemas.openxmlformats.org/officeDocument/2006/relationships/tags" Target="../tags/tag58.xml"/><Relationship Id="rId14" Type="http://schemas.openxmlformats.org/officeDocument/2006/relationships/tags" Target="../tags/tag59.xml"/><Relationship Id="rId15" Type="http://schemas.openxmlformats.org/officeDocument/2006/relationships/tags" Target="../tags/tag60.xml"/><Relationship Id="rId16" Type="http://schemas.openxmlformats.org/officeDocument/2006/relationships/tags" Target="../tags/tag61.xml"/><Relationship Id="rId17" Type="http://schemas.openxmlformats.org/officeDocument/2006/relationships/tags" Target="../tags/tag62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LEAD 文献复现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岳科言</a:t>
            </a:r>
          </a:p>
          <a:p>
            <a:r>
              <a:t>Nankai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文献概述</a:t>
            </a:r>
          </a:p>
          <a:p>
            <a:pPr/>
            <a:r>
              <a:t>2. 复现说明</a:t>
            </a:r>
          </a:p>
          <a:p>
            <a:pPr/>
            <a:r>
              <a:t>3. PyTorch 复现结果</a:t>
            </a:r>
          </a:p>
          <a:p>
            <a:pPr/>
            <a:r>
              <a:t>4. 计图移植与适配</a:t>
            </a:r>
          </a:p>
          <a:p>
            <a:pPr/>
            <a:r>
              <a:t>5. 复现总结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LEAD 文献复现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文献概述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LEAD: Learning Decomposition for Source-free</a:t>
            </a:r>
          </a:p>
          <a:p>
            <a:r>
              <a:t>Universal Domain Adaptation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作者：Sanqing Qu, Tianpei Zou, Lianghua He, Florian Röhrbein, Alois Knoll, Guang Chen, Changjun Jiang</a:t>
            </a:r>
          </a:p>
          <a:p>
            <a:pPr/>
            <a:r>
              <a:t>研究单位：Tongji University / TUM</a:t>
            </a:r>
          </a:p>
          <a:p>
            <a:pPr/>
            <a:r>
              <a:t>发表：CVPR 2024</a:t>
            </a:r>
          </a:p>
          <a:p>
            <a:pPr/>
            <a:r>
              <a:t>复现环境：macOS + Apple Silicon (MPS) / Colab (T4 GPU)</a:t>
            </a:r>
          </a:p>
          <a:p>
            <a:pPr/>
          </a:p>
          <a:p>
            <a:pPr/>
            <a:r>
              <a:rPr b="1"/>
              <a:t>核心问题：Source-free Universal Domain Adaptation (SF-UniDA)</a:t>
            </a:r>
          </a:p>
          <a:p>
            <a:pPr lvl="1"/>
            <a:r>
              <a:t>源域数据不可用，仅有预训练源模型 + 目标域数据 → 适配</a:t>
            </a:r>
          </a:p>
          <a:p>
            <a:pPr lvl="1"/>
            <a:r>
              <a:t>关键挑战：判断协变量偏移样本是否属于目标域私有未知类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核心思想 — LEAD 算法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正交分解 (Orthogonal Decomposition)</a:t>
            </a:r>
          </a:p>
          <a:p>
            <a:pPr lvl="1"/>
            <a:r>
              <a:t>对源分类器权重做 SVD → 已知空间基 + 未知空间基</a:t>
            </a:r>
          </a:p>
          <a:p>
            <a:pPr lvl="1"/>
            <a:r>
              <a:t>样本在两个空间的投影范数 → 判别私有数据</a:t>
            </a:r>
          </a:p>
          <a:p>
            <a:pPr/>
          </a:p>
          <a:p>
            <a:pPr/>
            <a:r>
              <a:rPr b="1"/>
              <a:t>C_t 估计</a:t>
            </a:r>
          </a:p>
          <a:p>
            <a:pPr lvl="1"/>
            <a:r>
              <a:t>t-SNE 降维 + KMeans + 轮廓系数 → 自动估计目标域类别数</a:t>
            </a:r>
          </a:p>
          <a:p>
            <a:pPr/>
          </a:p>
          <a:p>
            <a:pPr/>
            <a:r>
              <a:rPr b="1"/>
              <a:t>实例级决策边界</a:t>
            </a:r>
          </a:p>
          <a:p>
            <a:pPr lvl="1"/>
            <a:r>
              <a:t>源锚点 + 目标原型 → 融合相似度 common score</a:t>
            </a:r>
          </a:p>
          <a:p>
            <a:pPr lvl="1"/>
            <a:r>
              <a:t>GMM 建模未知分布，自适应阈值判定私有样本</a:t>
            </a:r>
          </a:p>
          <a:p>
            <a:pPr/>
          </a:p>
          <a:p>
            <a:pPr/>
            <a:r>
              <a:rPr b="1"/>
              <a:t>三大损失函数</a:t>
            </a:r>
          </a:p>
          <a:p>
            <a:pPr lvl="1"/>
            <a:r>
              <a:t>L_ce (伪标签交叉熵) + L_reg (子空间投影正则) + L_con (KNN一致性)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LEAD 文献复现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复现说明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实验设置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数据集与场景</a:t>
            </a:r>
          </a:p>
          <a:p>
            <a:pPr lvl="1"/>
            <a:r>
              <a:t>Office-31：3个域 (Amazon, Dslr, Webcam)，6个迁移对</a:t>
            </a:r>
          </a:p>
          <a:p>
            <a:pPr lvl="1"/>
            <a:r>
              <a:t>OfficeHome：4个域 (Art, Clipart, Product, Realworld)，12个迁移对</a:t>
            </a:r>
          </a:p>
          <a:p>
            <a:pPr lvl="1"/>
            <a:r>
              <a:t>VisDA：train → validation</a:t>
            </a:r>
          </a:p>
          <a:p>
            <a:pPr/>
          </a:p>
          <a:p>
            <a:pPr/>
            <a:r>
              <a:rPr b="1"/>
              <a:t>场景类型</a:t>
            </a:r>
          </a:p>
          <a:p>
            <a:pPr lvl="1"/>
            <a:r>
              <a:t>OPDA (Open-Partial DA): 10/10/11 类划分</a:t>
            </a:r>
          </a:p>
          <a:p>
            <a:pPr lvl="1"/>
            <a:r>
              <a:t>OSDA (Open-Set DA): 10/0/11</a:t>
            </a:r>
          </a:p>
          <a:p>
            <a:pPr lvl="1"/>
            <a:r>
              <a:t>PDA (Partial DA): 10/21/0</a:t>
            </a:r>
          </a:p>
          <a:p>
            <a:pPr/>
          </a:p>
          <a:p>
            <a:pPr/>
            <a:r>
              <a:rPr b="1"/>
              <a:t>评估标准</a:t>
            </a:r>
          </a:p>
          <a:p>
            <a:pPr lvl="1"/>
            <a:r>
              <a:t>H-Score = 2 × KnownAcc × UnknownAcc / (KnownAcc + UnknownAcc)</a:t>
            </a:r>
          </a:p>
          <a:p>
            <a:pPr lvl="1"/>
            <a:r>
              <a:t>PDA 场景使用 KnownAcc（无未知类）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环境适配 — PyTorch MPS 兼容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原始代码仅支持 CUDA，需适配 macOS MPS 后端</a:t>
            </a:r>
          </a:p>
          <a:p>
            <a:pPr/>
          </a:p>
          <a:p>
            <a:pPr/>
            <a:r>
              <a:rPr b="1"/>
              <a:t>代码修改：</a:t>
            </a:r>
          </a:p>
          <a:p>
            <a:pPr lvl="1"/>
            <a:r>
              <a:t>添加 get_device() 函数：自动检测 CUDA &gt; MPS &gt; CPU</a:t>
            </a:r>
          </a:p>
          <a:p>
            <a:pPr lvl="1"/>
            <a:r>
              <a:t>.cuda() 替换为 .to(device) 实现设备无关</a:t>
            </a:r>
          </a:p>
          <a:p>
            <a:pPr lvl="1"/>
            <a:r>
              <a:t>float64→float32 转换（MPS 不支持 float64）</a:t>
            </a:r>
          </a:p>
          <a:p>
            <a:pPr lvl="1"/>
            <a:r>
              <a:t>multiprocessing 设置 fork 启动方式（无 CUDA 时）</a:t>
            </a:r>
          </a:p>
          <a:p>
            <a:pPr lvl="1"/>
            <a:r>
              <a:t>num_workers=0 避免 macOS 多进程问题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LEAD 文献复现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PyTorch 复现结果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复现结果 — Office-31 OPDA (H-score 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迁移对          论文      复现      差异</a:t>
            </a:r>
          </a:p>
          <a:p>
            <a:pPr/>
            <a:r>
              <a:t>A→D            85.4     78.3     -7.1</a:t>
            </a:r>
          </a:p>
          <a:p>
            <a:pPr/>
            <a:r>
              <a:t>A→W           85.0     78.5     -6.5</a:t>
            </a:r>
          </a:p>
          <a:p>
            <a:pPr/>
            <a:r>
              <a:t>D→A            83.1     83.0     -0.1</a:t>
            </a:r>
          </a:p>
          <a:p>
            <a:pPr/>
            <a:r>
              <a:t>D→W           97.2     97.3    +0.1</a:t>
            </a:r>
          </a:p>
          <a:p>
            <a:pPr/>
            <a:r>
              <a:t>W→A           82.3     83.3    +1.0</a:t>
            </a:r>
          </a:p>
          <a:p>
            <a:pPr/>
            <a:r>
              <a:t>W→D           94.6     90.4     -4.2</a:t>
            </a:r>
          </a:p>
          <a:p>
            <a:pPr/>
          </a:p>
          <a:p>
            <a:pPr/>
            <a:r>
              <a:rPr b="1"/>
              <a:t>平均             87.8     85.1     -2.7%</a:t>
            </a:r>
          </a:p>
          <a:p>
            <a:pPr/>
            <a:r>
              <a:t>D→A 和 W→A 超越论文，A→D/A→W 方向偏低（MPS随机性）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复现结果 — Office-31 OSDA (H-score 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迁移对          论文      复现      差异</a:t>
            </a:r>
          </a:p>
          <a:p>
            <a:pPr/>
            <a:r>
              <a:t>A→D            90.3     91.1    +0.8</a:t>
            </a:r>
          </a:p>
          <a:p>
            <a:pPr/>
            <a:r>
              <a:t>A→W           87.5     87.2     -0.3</a:t>
            </a:r>
          </a:p>
          <a:p>
            <a:pPr/>
            <a:r>
              <a:t>D→A            78.3     74.2     -4.1</a:t>
            </a:r>
          </a:p>
          <a:p>
            <a:pPr/>
            <a:r>
              <a:t>D→W           98.1     97.7     -0.4</a:t>
            </a:r>
          </a:p>
          <a:p>
            <a:pPr/>
            <a:r>
              <a:t>W→A           80.3     84.2    +3.9</a:t>
            </a:r>
          </a:p>
          <a:p>
            <a:pPr/>
            <a:r>
              <a:t>W→D           97.2     95.8     -1.4</a:t>
            </a:r>
          </a:p>
          <a:p>
            <a:pPr/>
          </a:p>
          <a:p>
            <a:pPr/>
            <a:r>
              <a:rPr b="1"/>
              <a:t>平均             90.3     90.0     -0.3%  ✅ 基本完全复现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复现结果 — Office-31 PDA (KnownAcc 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迁移对          论文      复现      差异</a:t>
            </a:r>
          </a:p>
          <a:p>
            <a:pPr/>
            <a:r>
              <a:t>A→D            98.0     98.2    +0.2</a:t>
            </a:r>
          </a:p>
          <a:p>
            <a:pPr/>
            <a:r>
              <a:t>A→W           96.3     94.8     -1.5</a:t>
            </a:r>
          </a:p>
          <a:p>
            <a:pPr/>
            <a:r>
              <a:t>D→A            93.3     92.3     -1.0</a:t>
            </a:r>
          </a:p>
          <a:p>
            <a:pPr/>
            <a:r>
              <a:t>D→W           99.3     99.0     -0.3</a:t>
            </a:r>
          </a:p>
          <a:p>
            <a:pPr/>
            <a:r>
              <a:t>W→A           92.5     92.1     -0.4</a:t>
            </a:r>
          </a:p>
          <a:p>
            <a:pPr/>
            <a:r>
              <a:t>W→D           93.6     94.2    +0.6</a:t>
            </a:r>
          </a:p>
          <a:p>
            <a:pPr/>
          </a:p>
          <a:p>
            <a:pPr/>
            <a:r>
              <a:rPr b="1"/>
              <a:t>平均             95.5     95.1     -0.4%  ✅ 基本完全复现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复现结果 — OfficeHome &amp; VisDA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OfficeHome OPDA (H-score %)</a:t>
            </a:r>
          </a:p>
          <a:p>
            <a:pPr lvl="1"/>
            <a:r>
              <a:t>已完成 10/12 迁移对</a:t>
            </a:r>
          </a:p>
          <a:p>
            <a:pPr lvl="1"/>
            <a:r>
              <a:t>平均 H-score 74.0% vs 论文 75.0%（差距 ~1%）</a:t>
            </a:r>
          </a:p>
          <a:p>
            <a:pPr lvl="1"/>
            <a:r>
              <a:t>Rw→Cl 和 Rw→Pr 尚在训练中</a:t>
            </a:r>
          </a:p>
          <a:p>
            <a:pPr/>
          </a:p>
          <a:p>
            <a:pPr/>
            <a:r>
              <a:rPr b="1"/>
              <a:t>VisDA OPDA (H-score %)</a:t>
            </a:r>
          </a:p>
          <a:p>
            <a:pPr lvl="1"/>
            <a:r>
              <a:t>train → validation: 73.5% vs 论文 76.6%（差距 -3.1%）</a:t>
            </a:r>
          </a:p>
          <a:p>
            <a:pPr/>
          </a:p>
          <a:p>
            <a:pPr/>
            <a:r>
              <a:rPr b="1"/>
              <a:t>总体：PyTorch 复现成功，各场景均在 3% 差距范围内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LEAD 文献复现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计图移植与适配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计图编译器适配 — macOS ARM 三处修复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Jittor v1.3.10 在 macOS ARM64 上无法编译运行，做了 3 处底层修改：</a:t>
            </a:r>
          </a:p>
          <a:p>
            <a:pPr/>
          </a:p>
          <a:p>
            <a:pPr/>
            <a:r>
              <a:rPr b="1"/>
              <a:t>❶ compiler.py — PMF 指针强转修复（+27行）</a:t>
            </a:r>
          </a:p>
          <a:p>
            <a:pPr lvl="1"/>
            <a:r>
              <a:t>macOS clang 禁止 (void(*)(Node*))&amp;Node::forward 成员函数指针强转</a:t>
            </a:r>
          </a:p>
          <a:p>
            <a:pPr lvl="1"/>
            <a:r>
              <a:t>方案：预处理→注入 union 安全转换模板→正则替换所有 PMF 强转</a:t>
            </a:r>
          </a:p>
          <a:p>
            <a:pPr lvl="1"/>
            <a:r>
              <a:t>仅 platform.system()=="Darwin" 时触发，不影响 Linux</a:t>
            </a:r>
          </a:p>
          <a:p>
            <a:pPr/>
          </a:p>
          <a:p>
            <a:pPr/>
            <a:r>
              <a:rPr b="1"/>
              <a:t>❷ src/opt/expr.h — std::move 限定修复（2处）</a:t>
            </a:r>
          </a:p>
          <a:p>
            <a:pPr lvl="1"/>
            <a:r>
              <a:t>move(c) → std::move(c)，macOS clang 要求显式命名空间</a:t>
            </a:r>
          </a:p>
          <a:p>
            <a:pPr/>
          </a:p>
          <a:p>
            <a:pPr/>
            <a:r>
              <a:rPr b="1"/>
              <a:t>❸ src/misc/stack_vector.h — 缺失 at() 方法补全（+2行）</a:t>
            </a:r>
          </a:p>
          <a:p>
            <a:pPr lvl="1"/>
            <a:r>
              <a:t>新增 const T&amp; at(int i) const 和 T&amp; at(int i)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 → 计图 代码移植对比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模型前向传播：forward() → execute()（Jittor 约定）</a:t>
            </a:r>
          </a:p>
          <a:p>
            <a:pPr/>
            <a:r>
              <a:t>权重归一化：nn.weight_norm → 手写 WeightNormLinear（Jittor 无内置）</a:t>
            </a:r>
          </a:p>
          <a:p>
            <a:pPr/>
            <a:r>
              <a:t>线性层计算：F.linear(x, w, b) → matmul_transpose(x, w) + b</a:t>
            </a:r>
          </a:p>
          <a:p>
            <a:pPr/>
            <a:r>
              <a:t>反向传播：loss.backward()+optim.step() → optimizer.step(loss)（一步完成）</a:t>
            </a:r>
          </a:p>
          <a:p>
            <a:pPr/>
            <a:r>
              <a:t>冻结参数：requires_grad_(False) → v.stop_grad()</a:t>
            </a:r>
          </a:p>
          <a:p>
            <a:pPr/>
            <a:r>
              <a:t>数据集：torch.utils.data.Dataset → jt.dataset.Dataset + set_attrs()</a:t>
            </a:r>
          </a:p>
          <a:p>
            <a:pPr/>
            <a:r>
              <a:t>图像归一化：transforms.Normalize → jt.transform.ImageNormalize</a:t>
            </a:r>
          </a:p>
          <a:p>
            <a:pPr/>
            <a:r>
              <a:t>随机种子：torch.manual_seed → jt.set_global_seed</a:t>
            </a:r>
          </a:p>
          <a:p>
            <a:pPr/>
            <a:r>
              <a:t>设备管理：cuda/mps/cpu → 自动管理（Jittor 不支持 MPS，仅 CPU/CUDA）</a:t>
            </a:r>
          </a:p>
          <a:p>
            <a:pPr/>
            <a:r>
              <a:t>检查点：.pth → .pkl，通过 load_pytorch_weights() 桥接加载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计图复现结果 — Office-31 OPDA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已完成实验（macOS CPU，缩短 epoch）</a:t>
            </a:r>
          </a:p>
          <a:p>
            <a:pPr lvl="1"/>
            <a:r>
              <a:t>A→D：62.4%（论文 85.4%）</a:t>
            </a:r>
          </a:p>
          <a:p>
            <a:pPr lvl="1"/>
            <a:r>
              <a:t>A→W：49.9%（论文 85.0%）</a:t>
            </a:r>
          </a:p>
          <a:p>
            <a:pPr lvl="1"/>
            <a:r>
              <a:t>D→A：训练中</a:t>
            </a:r>
          </a:p>
          <a:p>
            <a:pPr/>
          </a:p>
          <a:p>
            <a:pPr/>
            <a:r>
              <a:rPr b="1"/>
              <a:t>结果偏低分析</a:t>
            </a:r>
          </a:p>
          <a:p>
            <a:pPr lvl="1"/>
            <a:r>
              <a:t>Jittor 不支持 MPS，macOS 上只能用 CPU，训练极慢</a:t>
            </a:r>
          </a:p>
          <a:p>
            <a:pPr lvl="1"/>
            <a:r>
              <a:t>为节省时间缩短了 epoch，模型未充分收敛</a:t>
            </a:r>
          </a:p>
          <a:p>
            <a:pPr lvl="1"/>
            <a:r>
              <a:t>Jittor 与 PyTorch 在 BatchNorm、随机数生成等底层行为有差异</a:t>
            </a:r>
          </a:p>
          <a:p>
            <a:pPr/>
          </a:p>
          <a:p>
            <a:pPr/>
            <a:r>
              <a:rPr b="1"/>
              <a:t>说明：该结果仅证明计图版本代码可以跑通，数据仅供参考</a:t>
            </a:r>
          </a:p>
          <a:p>
            <a:pPr lvl="1"/>
            <a:r>
              <a:t>需要 CUDA 环境下完整训练才有对比价值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LEAD 文献复现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复现总结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复现结论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PyTorch 复现</a:t>
            </a:r>
          </a:p>
          <a:p>
            <a:pPr lvl="1"/>
            <a:r>
              <a:t>核心算法正确实现，全部场景差距 &lt; 3%</a:t>
            </a:r>
          </a:p>
          <a:p>
            <a:pPr lvl="1"/>
            <a:r>
              <a:t>Office-31 OSDA：-0.3%，基本完全复现</a:t>
            </a:r>
          </a:p>
          <a:p>
            <a:pPr lvl="1"/>
            <a:r>
              <a:t>Office-31 PDA：-0.4%，基本完全复现</a:t>
            </a:r>
          </a:p>
          <a:p>
            <a:pPr lvl="1"/>
            <a:r>
              <a:t>Office-31 OPDA：-2.7%，在可接受范围内</a:t>
            </a:r>
          </a:p>
          <a:p>
            <a:pPr lvl="1"/>
            <a:r>
              <a:t>部分迁移对 (D→A, W→A) 超越论文结果</a:t>
            </a:r>
          </a:p>
          <a:p>
            <a:pPr/>
          </a:p>
          <a:p>
            <a:pPr/>
            <a:r>
              <a:rPr b="1"/>
              <a:t>计图移植</a:t>
            </a:r>
          </a:p>
          <a:p>
            <a:pPr lvl="1"/>
            <a:r>
              <a:t>完成全套代码移植（模型/训练/数据集/工具）</a:t>
            </a:r>
          </a:p>
          <a:p>
            <a:pPr lvl="1"/>
            <a:r>
              <a:t>修复 Jittor 编译器 3 处 macOS ARM 兼容问题</a:t>
            </a:r>
          </a:p>
          <a:p>
            <a:pPr lvl="1"/>
            <a:r>
              <a:t>CPU 环境下验证代码可运行，需 CUDA 环境完整训练</a:t>
            </a:r>
          </a:p>
          <a:p>
            <a:pPr/>
          </a:p>
          <a:p>
            <a:pPr/>
            <a:r>
              <a:rPr b="1"/>
              <a:t>关键发现</a:t>
            </a:r>
          </a:p>
          <a:p>
            <a:pPr lvl="1"/>
            <a:r>
              <a:t>LEAD 特征分解思想简洁有效，实例级边界优于全局阈值</a:t>
            </a:r>
          </a:p>
          <a:p>
            <a:pPr lvl="1"/>
            <a:r>
              <a:t>伪标签生成效率远超聚类方法（897s → 0.29s）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额外复现说明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关于复现历程</a:t>
            </a:r>
          </a:p>
          <a:p>
            <a:pPr lvl="1"/>
            <a:r>
              <a:t>年前在本机进行 PyTorch 训练及数据复现</a:t>
            </a:r>
          </a:p>
          <a:p>
            <a:pPr lvl="1"/>
            <a:r>
              <a:t>在 Google Colab 上进行计图复现，中间 Pro 计算单元耗尽</a:t>
            </a:r>
          </a:p>
          <a:p>
            <a:pPr lvl="1"/>
            <a:r>
              <a:t>年后转到本机跑计图，发现计图不适配 Mac → 修改编译器代码</a:t>
            </a:r>
          </a:p>
          <a:p>
            <a:pPr lvl="1"/>
            <a:r>
              <a:t>计图不支持 MPS (MacBook GPU)，只能 CPU 运行</a:t>
            </a:r>
          </a:p>
          <a:p>
            <a:pPr/>
          </a:p>
          <a:p>
            <a:pPr/>
            <a:r>
              <a:rPr b="1"/>
              <a:t>关于环境限制</a:t>
            </a:r>
          </a:p>
          <a:p>
            <a:pPr lvl="1"/>
            <a:r>
              <a:t>macOS + Apple Silicon：无 NVIDIA GPU，MPS 兼容性有限</a:t>
            </a:r>
          </a:p>
          <a:p>
            <a:pPr lvl="1"/>
            <a:r>
              <a:t>计图 CPU 训练极慢，只能缩短 epoch 验证代码可运行</a:t>
            </a:r>
          </a:p>
          <a:p>
            <a:pPr lvl="1"/>
            <a:r>
              <a:t>完整的计图性能对比需在 CUDA 环境下进行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1472</Words>
  <Application>WPS 演示</Application>
  <PresentationFormat>宽屏</PresentationFormat>
  <Paragraphs>261</Paragraphs>
  <Slides>21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9" baseType="lpstr">
      <vt:lpstr>Arial</vt:lpstr>
      <vt:lpstr>宋体</vt:lpstr>
      <vt:lpstr>Wingdings</vt:lpstr>
      <vt:lpstr>Wingdings</vt:lpstr>
      <vt:lpstr>Calibri</vt:lpstr>
      <vt:lpstr>Helvetica Neue</vt:lpstr>
      <vt:lpstr>黑体</vt:lpstr>
      <vt:lpstr>华文楷体</vt:lpstr>
      <vt:lpstr>汉仪书宋二KW</vt:lpstr>
      <vt:lpstr>汉仪中黑KW</vt:lpstr>
      <vt:lpstr>苹方-简</vt:lpstr>
      <vt:lpstr>微软雅黑</vt:lpstr>
      <vt:lpstr>汉仪旗黑</vt:lpstr>
      <vt:lpstr>宋体</vt:lpstr>
      <vt:lpstr>Arial Unicode MS</vt:lpstr>
      <vt:lpstr>黑体</vt:lpstr>
      <vt:lpstr>Apple Color Emoji</vt:lpstr>
      <vt:lpstr>WPS</vt:lpstr>
      <vt:lpstr>PowerPoint 演示文稿</vt:lpstr>
      <vt:lpstr>Deep CORAL: Correlation Alignment for Deep                   Domain Adaptation</vt:lpstr>
      <vt:lpstr>PowerPoint 演示文稿</vt:lpstr>
      <vt:lpstr>LEAD: Learning Decomposition for Source-        free Universal Domain Adaptation</vt:lpstr>
      <vt:lpstr>核心方法</vt:lpstr>
      <vt:lpstr>情景与问题</vt:lpstr>
      <vt:lpstr>核心思想</vt:lpstr>
      <vt:lpstr>PowerPoint 演示文稿</vt:lpstr>
      <vt:lpstr>理论出发点</vt:lpstr>
      <vt:lpstr>实验设置</vt:lpstr>
      <vt:lpstr>理论出发点</vt:lpstr>
      <vt:lpstr>理论出发点</vt:lpstr>
      <vt:lpstr>PowerPoint 演示文稿</vt:lpstr>
      <vt:lpstr>理论出发点</vt:lpstr>
      <vt:lpstr>理论出发点</vt:lpstr>
      <vt:lpstr>PowerPoint 演示文稿</vt:lpstr>
      <vt:lpstr>理论出发点</vt:lpstr>
      <vt:lpstr>理论出发点</vt:lpstr>
      <vt:lpstr>理论出发点</vt:lpstr>
      <vt:lpstr>复现结论</vt:lpstr>
      <vt:lpstr>THANKS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名字</cp:lastModifiedBy>
  <cp:revision>177</cp:revision>
  <dcterms:created xsi:type="dcterms:W3CDTF">2025-12-21T08:59:26Z</dcterms:created>
  <dcterms:modified xsi:type="dcterms:W3CDTF">2025-12-21T08:59:26Z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4DC8071B3BE2E0EF45F94669E7C20829_43</vt:lpwstr>
  </property>
</Properties>
</file>