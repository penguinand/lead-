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LEAD 论文复现报告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0E0EF"/>
                </a:solidFill>
              </a:defRPr>
            </a:pPr>
            <a:r>
              <a:t>Learning Decomposition for Source-free Universal Domain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CVPR 2024  |  PyTorch 复现 + 计图 (Jittor) 框架移植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4846320"/>
            <a:ext cx="4846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Qu et al., Tongji University /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方法概述 — LEAD 算法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🔬 正交分解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对源分类器权重做 SVD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分离已知/未知子空间基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特征投影 → 判别私有数据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📊 C_t 估计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t-SNE 降维 + KMeans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遍历不同系数选最优 k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轮廓系数评价聚类质量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🎯 实例级边界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源锚点 + 目标原型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融合相似度 → common score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自适应阈值判定私有样本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📐 三大损失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L_ce: 伪标签交叉熵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L_reg: 子空间投影正则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L_con: KNN一致性约束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166"/>
                </a:solidFill>
              </a:defRPr>
            </a:pPr>
            <a:r>
              <a:t>两阶段流程：① 源域模型训练（有标签）→ ② 目标域自适应（无源数据，仅目标数据）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复现总览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8686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097280"/>
                <a:gridCol w="1097280"/>
                <a:gridCol w="1280160"/>
                <a:gridCol w="914400"/>
                <a:gridCol w="10972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场景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数据集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论文(%)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PyTorch(%)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完成度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计图(%)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完成度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56.1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75.0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76.6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73.5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1/1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67.2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74.2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73.8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75.3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937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Office-31 三场景 PyTorch 复现成功（OSDA: -0.3%, PDA: -0.4%）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49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OfficeHome OPDA 已完成10/12对, 平均接近论文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D166"/>
                </a:solidFill>
              </a:defRPr>
            </a:pPr>
            <a:r>
              <a:t>⏳ 计图版本训练中，目前完成 Office-31 OPDA 2/6对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OPDA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280160"/>
                <a:gridCol w="914400"/>
                <a:gridCol w="10972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计图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78.2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-7.2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62.4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-23.0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-6.5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49.9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-35.1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-2.7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56.1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-31.7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754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PyTorch平均 85.1% vs 论文 87.8%，差距 -2.7%</a:t>
            </a:r>
            <a:br/>
            <a:r>
              <a:t>主要差距在 A→D/A→W 方向，可能受MPS后端和随机种子影响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OSDA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28016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84.9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+1.3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87.5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+2.4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94.8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88.8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97.1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90.0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-0.3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平均 90.0% vs 论文 90.3%，差距仅 -0.3%，基本完全复现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PDA (KnownAcc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28016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89.8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87.9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95.6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94.9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98.6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98.6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99.4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99.4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95.5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-0.4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平均 95.1% vs 论文 95.5%，差距仅 -0.4%，基本完全复现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Office-Home — OPDA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18872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Ar2Cl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62.7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57.3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Ar2Pr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78.1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77.8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Ar2Rw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85.9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Cl2Ar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73.3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+2.7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Cl2Pr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72.0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-4.3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Cl2Rw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Pr2Ar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75.3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70.5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-4.8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Pr2Cl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59.6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-1.0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Pr2Rw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+0.1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Rw2Ar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75.4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-1.4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Rw2Cl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60.7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进行中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Rw2Pr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进行中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Avg(10/12)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75.0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-0.9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5943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166"/>
                </a:solidFill>
              </a:defRPr>
            </a:pPr>
            <a:r>
              <a:t>已完成10/12对，平均 74.0% vs 论文 75.0%（Rw→Cl, Rw→Pr 尚在进行中）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VisDA — OPDA (H-score 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182880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4D8"/>
                </a:solidFill>
              </a:defRPr>
            </a:pPr>
            <a:r>
              <a:t>train →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0" y="2743200"/>
          <a:ext cx="47548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76.6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73.5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63.2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UnknownAcc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0" y="5029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H-score 73.5% vs 论文 76.6%，差距 -3.1%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计图 (Jittor) 框架复现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</a:defRPr>
            </a:pPr>
            <a:r>
              <a:t>Office-31 OPDA — 已完成实验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2286000"/>
          <a:ext cx="438912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31520"/>
                <a:gridCol w="822960"/>
                <a:gridCol w="914400"/>
                <a:gridCol w="11887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计图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Δ(计图-论文)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62.4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78.2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-23.0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85.0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49.9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-35.1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37160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</a:defRPr>
            </a:pPr>
            <a:r>
              <a:t>分析与展望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860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⏳ D→A 训练进行中 (Epoch 1)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📉 已完成结果偏低 (62.4%, 49.9%)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FFD166"/>
                </a:solidFill>
              </a:defRPr>
            </a:pPr>
            <a:r>
              <a:t>🔍 可能原因: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Jittor / PyTorch 底层算子差异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BN层、weight_norm 行为不同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MPS后端兼容性限制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随机数生成器差异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FFD166"/>
                </a:solidFill>
              </a:defRPr>
            </a:pPr>
            <a:r>
              <a:t>📋 后续计划: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完成全部 Office-31 OPDA 实验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在 CUDA 环境下重新训练对比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6D6A0"/>
                </a:solidFill>
              </a:defRPr>
            </a:pPr>
            <a:r>
              <a:t>✅ PyTorch 复现成功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OPDA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85.1% vs 87.8%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4688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-2.7%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OSDA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90.0% vs 90.3%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-0.3%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PDA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49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95.1% vs 95.5%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-0.4%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OfficeHome OPDA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74.1% vs 75.0%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891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~-0.9%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VisDA OPDA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73.5% vs 76.6%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0292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-3.1%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166"/>
                </a:solidFill>
              </a:defRPr>
            </a:pPr>
            <a:r>
              <a:t>⏳ 计图复现进行中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OPDA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468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完成 2/6 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8346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结果偏低待分析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200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需 CUDA 环境验证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</a:defRPr>
            </a:pPr>
            <a:r>
              <a:t>💡 关键发现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194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OSDA/PDA 高度复现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560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OPDA 受随机性影响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926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MPS设备轻微精度差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LEAD算法有效验证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